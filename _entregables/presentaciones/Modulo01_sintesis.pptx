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UNIDAD 1.1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la fortificación de alimentos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e-learning sobre cobertura, consumo y contribución de alimentos fortificados y fortificables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344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Describir las principales carencias de micronutrientes y su relevancia en salud pública.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las estrategias de control de carencias y situar la fortificación a gran escala entre ellas.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3756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EAR, nivel de fortificación, nivel máximo tolerable y nivel factible de fortificación, y relacionarlos.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Micronutrientes y carencias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3429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Micronutrientes esenciales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y minerales que el organismo requiere en miligramos o microgramos al día para funciones como el metabolismo energético y la síntesis de ADN.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América Latina y el Caribe, la anemia y otras carencias de micronutrientes siguen siendo un problema de salud pública.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3566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grupos con mayor riesgo son los niños pequeños, las mujeres en edad fértil y las embarazadas.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Estrategias de control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90800" cy="310896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Diversificación de la dieta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variedad y calidad de los alimentos consumidos. Efecto sostenible, de implementación lenta.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76600" y="1234440"/>
            <a:ext cx="2590800" cy="310896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52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Fortificación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5052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micronutrientes a alimentos de consumo masivo. Alcance amplio sin exigir cambios de conducta.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6000" y="1234440"/>
            <a:ext cx="2590800" cy="310896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4600" y="1417320"/>
            <a:ext cx="213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Suplementación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24600" y="2423160"/>
            <a:ext cx="2133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directo en dosis definidas a grupos de riesgo. Efecto rápido, cobertura limitada.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la fortificación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3429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(OMS/FAO)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Incrementar deliberadamente el contenido de uno o más micronutrientes esenciales en un alimento.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Mejorar la calidad nutricional del suministro alimentario con un beneficio de salud pública y un riesgo mínimo.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3566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adopta en un marco normativo, la adición a alimentos de consumo masivo pasa a ser obligatoria.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clave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4630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8988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que cubre las necesidades del 50 % de un grupo; punto de corte para la ingesta inadecuada.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3931920" cy="14630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92040" y="141732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532120" y="138988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fortificación (FL)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micronutriente añadida por unidad de peso del alimento vehículo.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3931920" cy="14630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8152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máximo tolerable (UL)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habitual más alta sin riesgo de efectos adversos.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2880360"/>
            <a:ext cx="3931920" cy="14630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308152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factible (FFL)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mayor FL que mantiene a los grandes consumidores por debajo del UL.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Condición del nivel factible de fortificación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8229600" cy="11887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ingesta sin fortificar  +  FL × consumo del vehículo  &lt;  UL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condición se evalúa en los grandes consumidores del vehículo, habitualmente el percentil 95 o 99 del consumo.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FFL equilibra eficacia e inocuidad; en la práctica también lo acotan el costo y la tecnología.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Prevalencia de ingesta inadecuada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8229600" cy="11887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prevalencia  =  P(ingesta habitual  &lt;  EAR)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refiere a la ingesta, no a la deficiencia: la deficiencia es un estado bioquímico o clínico que se mide con otros indicadores.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base del método del punto de corte (módulo 03).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01 · Introducción a la fortificación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Allen L, de Benoist B, Dary O, Hurrell R, editores. Guidelines on food fortification with micronutrients. Ginebra: OMS; FAO; 2006.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FAO, FIDA, OPS, WFP, UNICEF. Panorama de la seguridad alimentaria y nutricional en América Latina y el Caribe 2020. Santiago de Chile: FAO; 2020. doi:10.4060/cb2242es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Siguiente: Módulo 02 · Planificación y diseño del programa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la fortificación de alimentos</dc:title>
  <dc:subject>PptxGenJS Presentation</dc:subject>
  <dc:creator>PptxGenJS</dc:creator>
  <cp:lastModifiedBy>PptxGenJS</cp:lastModifiedBy>
  <cp:revision>1</cp:revision>
  <dcterms:created xsi:type="dcterms:W3CDTF">2026-09-27T02:45:41Z</dcterms:created>
  <dcterms:modified xsi:type="dcterms:W3CDTF">2026-09-27T02:45:41Z</dcterms:modified>
</cp:coreProperties>
</file>