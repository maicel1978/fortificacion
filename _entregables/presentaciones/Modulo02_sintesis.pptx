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02 · UNIDAD 2.1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 y diseño de un programa de fortificación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e-learning sobre cobertura, consumo y contribución de alimentos fortificados y fortificables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las fases de planificación y diseño de un programa de fortificación.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 los objetivos nutricionales del programa.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la información necesaria para justificar y diseñar el programa.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02 · Planificación del programa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del diseño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499616" cy="301752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11795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objetivos nutricionales a partir de los datos de carencia e ingesta.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39696" y="1280160"/>
            <a:ext cx="1499616" cy="301752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22576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322576" y="2194560"/>
            <a:ext cx="11795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vehículos y compuestos fortificantes.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22192" y="1280160"/>
            <a:ext cx="1499616" cy="301752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05072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005072" y="2194560"/>
            <a:ext cx="11795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tipo de fortificación y el marco legal.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04688" y="1280160"/>
            <a:ext cx="1499616" cy="301752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87568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5687568" y="2194560"/>
            <a:ext cx="11795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 vigilancia y la evaluación.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87184" y="1280160"/>
            <a:ext cx="1499616" cy="301752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70064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7370064" y="2194560"/>
            <a:ext cx="11795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 la comunicación y la promoción.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02 · Planificación del programa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nutricional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la ingesta insuficiente de un micronutriente o prevenir una deficiencia demostrada, de modo que la probabilidad de ingesta inadecuada, por defecto o por exceso, sea aceptablemente baja.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46320" y="1234440"/>
            <a:ext cx="3840480" cy="301752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0" y="14173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97,5 %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26517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personas de los grupos con mayor riesgo de carencia deberían alcanzar una ingesta adecuada, sin riesgo de exceso en el resto de la población.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02 · Planificación del programa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selección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8346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Vehículo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 de forma amplia y regular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estable a lo largo del año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 de forma centralizada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283464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Compuesto fortificante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Biodisponible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 en el alimento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cambios sensoriales adversos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razonable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02 · Planificación del programa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fortificación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90800" cy="310896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213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Masiva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213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de consumo general; habitualmente obligatoria.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76600" y="1234440"/>
            <a:ext cx="2590800" cy="310896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05200" y="1417320"/>
            <a:ext cx="213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Focalizada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505200" y="2286000"/>
            <a:ext cx="213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dirigidos a subgrupos específicos, como los complementarios para niños pequeños.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6000" y="1234440"/>
            <a:ext cx="2590800" cy="310896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24600" y="1417320"/>
            <a:ext cx="213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Orientada por el mercado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324600" y="2286000"/>
            <a:ext cx="213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 comercial voluntaria, dentro de un marco regulatorio.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02 · Planificación del programa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Vigilancia del programa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8346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Vigilancia regulatoria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normas de calidad e inocuidad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producción hasta el punto de venta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283464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Vigilancia en hogares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Acceso, compra y consumo del alimento fortificado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los indicadores de cobertura y consumo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evaluación del programa se plantea desde el diseño, no al final.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02 · Planificación del programa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necesaria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188720"/>
            <a:ext cx="74066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bioquímicos y clínicos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 y gravedad de la carencia por grupo de población.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802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802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34540"/>
            <a:ext cx="74066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alimentarios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de la dieta habitual; útiles pero insuficientes por sí solos.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74066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habitual de micronutrientes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Prerrequisito para decidir qué micronutrientes añadir y en qué cantidad.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719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71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726180"/>
            <a:ext cx="74066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del vehículo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del alimento fortificable que consume la población objetivo.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02 · Planificación del programa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 L, de Benoist B, Dary O, Hurrell R, editores. Guidelines on food fortification with micronutrients. Ginebra: OMS; FAO; 2006.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FAO, FIDA, OPS, WFP, UNICEF. Panorama de la seguridad alimentaria y nutricional en América Latina y el Caribe 2020. Santiago de Chile: FAO; 2020. doi:10.4060/cb2242es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Siguiente: Módulo 03 · Método del punto de corte del EAR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Planificación y diseño de un programa de fortificación</dc:title>
  <dc:subject>PptxGenJS Presentation</dc:subject>
  <dc:creator>PptxGenJS</dc:creator>
  <cp:lastModifiedBy>PptxGenJS</cp:lastModifiedBy>
  <cp:revision>1</cp:revision>
  <dcterms:created xsi:type="dcterms:W3CDTF">2026-09-27T02:40:26Z</dcterms:created>
  <dcterms:modified xsi:type="dcterms:W3CDTF">2026-09-27T02:40:26Z</dcterms:modified>
</cp:coreProperties>
</file>