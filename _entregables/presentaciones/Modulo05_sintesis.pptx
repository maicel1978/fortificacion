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UNIDAD 2.1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Monitoreo, evaluación y aprendizaje de programas de fortificación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monitoreo, evaluación y aprendizaje en un programa de fortificación.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los cuatro indicadores del sistema de evaluación y la relación entre ellos.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combinaciones de resultados para diagnosticar dónde falla un programa.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Monitoreo, evaluación y aprendizaje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funciones complementarias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¿Estamos haciendo lo que dijimos que haríamos? Seguimiento de la ejecución y la calidad.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¿Estamos logrando el efecto esperado? Alcance en los hogares y cambios en la ingesta.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la evidencia para decidir si el programa continúa, se amplía, se ajusta o termina.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Monitoreo, evaluación y aprendizaje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indicadores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Cobertura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la población que consume el vehículo fortificable o fortificado.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Consumo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del vehículo consumida por día.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Ingesta aparente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Micronutriente aportado por la dieta, incluido el vehículo fortificado.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Adecuación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hogares con ingesta aparente inferior al EAR.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Monitoreo, evaluación y aprendizaje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diagnóstica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baja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acceso, distribución o logística.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622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62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1648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alta con ingesta insuficiente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fortificación inadecuado o fallas de cumplimiento.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899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89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4424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adecuado con alta proporción bajo el EAR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replantear la estrategia o focalizar en grupos vulnerables.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Monitoreo, evaluación y aprendizaje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regulatoria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productoras e importación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venta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la norma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Encuestas de gasto y consumo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Representativas a nivel nacional y subnacional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los indicadores 1 a 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 de varios años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 operativa final de los indicadores será entregada por el PMA; se presentan aquí en su formulación general.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Monitoreo, evaluación y aprendizaje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Smitz MF, Dupriez O, Friedman J. Household income and expenditure surveys: a tool for accelerating the development of evidence-based fortification programs. Food Nutr Bull. 2008;29(4):319-32.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06 · Encuestas de gasto y consumo de los hogares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Monitoreo, evaluación y aprendizaje de programas de fortificación</dc:title>
  <dc:subject>PptxGenJS Presentation</dc:subject>
  <dc:creator>PptxGenJS</dc:creator>
  <cp:lastModifiedBy>PptxGenJS</cp:lastModifiedBy>
  <cp:revision>1</cp:revision>
  <dcterms:created xsi:type="dcterms:W3CDTF">2026-09-27T02:45:42Z</dcterms:created>
  <dcterms:modified xsi:type="dcterms:W3CDTF">2026-09-27T02:45:42Z</dcterms:modified>
</cp:coreProperties>
</file>