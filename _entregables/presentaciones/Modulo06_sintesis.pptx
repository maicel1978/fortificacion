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06 · UNIDAD 1.2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Encuestas de gasto y consumo de los hogares para la evaluación dietética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e-learning sobre cobertura, consumo y contribución de alimentos fortificados y fortificables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Caracterizar las encuestas de gasto y consumo de los hogares y su diseño.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Valorar sus fortalezas y limitaciones frente a la evaluación dietética individual.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los módulos de la encuesta necesarios para el modelado dietético.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06 · Encuestas de gasto y consumo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Encuestas multipropósito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Recogen ingresos, gastos, consumo y condiciones de vida de los hogares, con muestreo probabilístico estratificado y representatividad nacional.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Diseñadas para medir pobreza y cuentas nacionales, su módulo de alimentos permite estimar el consumo aparente de la población.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en la región: ENIGH (México), ENCOVI, ENGIH (República Dominicana), ECV.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06 · Encuestas de gasto y consumo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Fortalezas y limitaciones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8346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Fortalezas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Representatividad nacional y subnacional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socioeconómicas para el análisis de equidad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Disponibles y de bajo costo relativo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Repetidas en el tiempo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283464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Miden adquisición del hogar, no ingesta individual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intrahogar desconocida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fuera del hogar incompleto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Desperdicio no registrado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06 · Encuestas de gasto y consumo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Módulos útiles para el modelado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188720"/>
            <a:ext cx="74066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en alimentos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compra y precios implícitos.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8026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802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34540"/>
            <a:ext cx="74066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 alimentos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Cantidades adquiridas, autoconsumo y transferencias.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74066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demográficas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y sexo para el ajuste por EMA.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719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71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726180"/>
            <a:ext cx="74066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entre capacidad económica y acceso a los alimentos.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06 · Encuestas de gasto y consumo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de microdatos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90800" cy="310896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213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Oficinas nacionales de estadística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23160"/>
            <a:ext cx="213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Custodian los microdatos; acceso libre o por solicitud formal.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76600" y="1234440"/>
            <a:ext cx="2590800" cy="310896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05200" y="1417320"/>
            <a:ext cx="213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Repositorios internacionales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505200" y="2423160"/>
            <a:ext cx="213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microdatos del Banco Mundial y estudios LSMS.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6000" y="1234440"/>
            <a:ext cx="2590800" cy="310896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24600" y="1417320"/>
            <a:ext cx="213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Documentación esencial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324600" y="2423160"/>
            <a:ext cx="213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Cuestionarios, manuales, diccionarios de variables y diseño muestral.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06 · Encuestas de gasto y consumo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Fiedler JL, Lividini K, Bermudez OI, Smitz MF. Household Consumption and Expenditures Surveys (HCES): a primer for food and nutrition analysts in low- and middle-income countries. Food Nutr Bull. 2012;33(3 Suppl):S170-84.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Fiedler JL, Carletto C, Dupriez O. Still waiting for Godot? Improving HCES to enable more evidence-based nutrition policies. Food Nutr Bull. 2012;33(3 Suppl):S242-51.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Murphy S, Ruel M, Carriquiry A. Should HCES be used for nutritional assessment and planning? Food Nutr Bull. 2012;33(3 Suppl). doi:10.1177/15648265120333S213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 LC, Subandoro A. Measuring food security using household expenditure surveys. Washington, DC: IFPRI; 2007.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Módulo 07 · Valores de referencia de ingesta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Encuestas de gasto y consumo de los hogares para la evaluación dietética</dc:title>
  <dc:subject>PptxGenJS Presentation</dc:subject>
  <dc:creator>PptxGenJS</dc:creator>
  <cp:lastModifiedBy>PptxGenJS</cp:lastModifiedBy>
  <cp:revision>1</cp:revision>
  <dcterms:created xsi:type="dcterms:W3CDTF">2026-09-27T02:45:42Z</dcterms:created>
  <dcterms:modified xsi:type="dcterms:W3CDTF">2026-09-27T02:45:42Z</dcterms:modified>
</cp:coreProperties>
</file>