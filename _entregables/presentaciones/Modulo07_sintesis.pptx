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UNIDAD 1.5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de referencia de ingesta de nutrientes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los valores de referencia de ingesta y su finalidad.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valor adecuado para cada tipo de análisis poblacional.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y citar la fuente de los valores utilizados.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Valores de referencia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valores de referencia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8595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428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14287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al 50 % del grupo. Evalúa la prevalencia de ingesta inadecuada.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234440"/>
            <a:ext cx="188595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00350" y="1417320"/>
            <a:ext cx="1428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/ RDA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800350" y="2423160"/>
            <a:ext cx="14287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al 97–98 %. Meta para individuos; no se usa como punto de corte.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188595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4900" y="1417320"/>
            <a:ext cx="1428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adecuada (AI)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14900" y="2423160"/>
            <a:ext cx="14287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no hay EAR, por ejemplo en lactantes.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234440"/>
            <a:ext cx="188595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29450" y="1417320"/>
            <a:ext cx="1428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29450" y="2423160"/>
            <a:ext cx="14287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superior de ingesta segura. Evalúa el riesgo de exceso.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Valores de referencia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internacionales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y OMS; Institute of Medicine (Estados Unidos); EFSA; Codex Alimentarius.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622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62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1648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nacionales y regionales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Ministerios de salud e institutos de nutrición.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899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89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4424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alimentaria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referencia para el etiquetado nutricional.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Valores de referencia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en el análisis de encuestas de hogares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permite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ingesta aparente con el 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subgrupos en riesgo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escenarios de fortificación contra el 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exige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grupo de edad, sexo y estado fisiológico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entre la fuente de los valores y la unidad de análisis (EMA)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y justificar la fuente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Valores de referencia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Dietary Reference Intakes: applications in dietary assessment. Washington, DC: National Academy Press; 2000. doi:10.17226/9956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OMS, FAO. Vitamin and mineral requirements in human nutrition. 2.ª ed. Ginebra: OMS; 2004.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08 · Tablas de composición de alimentos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Valores de referencia de ingesta de nutrientes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