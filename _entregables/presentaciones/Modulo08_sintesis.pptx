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08 · UNIDAD 1.5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Tablas de composición de alimentos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el papel de las tablas de composición en el análisis de encuestas de hogares.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tablas pertinentes y documentar la equivalencia entre alimentos.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las limitaciones de combinar datos de gasto con tablas de composición.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08 · Tablas de composición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composición de alimentos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energía y nutrientes por 100 g de porción comestible de cada alimento.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Convierten cantidades de alimentos en cantidades de nutrientes: sin ellas no hay ingesta aparente.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valores son aproximaciones: la composición varía según variedad, suelo, clima y procesamiento.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08 · Tablas de composición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encuesta a los nutrientes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la cantidad adquirida de cada alimento; si solo hay gasto, dividir por el precio.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Estandarizar a gramos y aplicar la porción comestible.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cada alimento de la encuesta con su equivalente en la tabla.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30175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194560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cantidad por composición y sumar por hogar.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08 · Tablas de composición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composición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310896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Nacionales y regionales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institutos de nutrición y ministerios de salud, como las del INCAP.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766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052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internacionales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5052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INFOODS (FAO) reúne tablas y normas de compilación.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46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complementarias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246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bases, como la del USDA, para alimentos sin equivalente regional, con criterio documentado.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08 · Tablas de composición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lado de la encuesta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del hogar, no ingesta individual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de preparación ni desperdicio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lado de la tabla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 de la composición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locales sin equivalente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por cocción no siempre disponibles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equivalencia y cada fuente alternativa debe quedar documentada para que el análisis sea reproducible.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08 · Tablas de composición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 K, Adams KP, Ferguson EL, et al. Systematic review of metrics used to characterise dietary nutrient supply from household consumption and expenditure surveys. Public Health Nutr. 2022;25(5):1153-65.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Kovalskys I, Fisberg M, Gómez G, et al. Standardization of the food composition database used in the Latin American Nutrition and Health Study (ELANS). Nutrients. 2015;7(9):7914-24.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Fiedler JL, Lividini K, Bermudez OI, Smitz MF. Household Consumption and Expenditures Surveys (HCES): a primer for food and nutrition analysts in low- and middle-income countries. Food Nutr Bull. 2012;33(3 Suppl):S170-84.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09 · Estandarización del consumo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Tablas de composición de alimentos</dc:title>
  <dc:subject>PptxGenJS Presentation</dc:subject>
  <dc:creator>PptxGenJS</dc:creator>
  <cp:lastModifiedBy>PptxGenJS</cp:lastModifiedBy>
  <cp:revision>1</cp:revision>
  <dcterms:created xsi:type="dcterms:W3CDTF">2026-09-27T02:45:42Z</dcterms:created>
  <dcterms:modified xsi:type="dcterms:W3CDTF">2026-09-27T02:45:42Z</dcterms:modified>
</cp:coreProperties>
</file>