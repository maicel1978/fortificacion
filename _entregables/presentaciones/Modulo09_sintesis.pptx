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09 · UNIDAD 1.3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Estandarización del consumo: más allá del per cápita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2004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e-learning sobre cobertura, consumo y contribución de alimentos fortificados y fortificables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Objetivos de aprendizaje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23444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Explicar los supuestos del enfoque per cápita y por qué no se cumplen.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28600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Describir los factores que hacen variar los requerimientos energéticos.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337560"/>
            <a:ext cx="7223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los métodos de ajuste del consumo del hogar.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09 · Estandarización del consumo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Supuestos implícitos del per cápita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18872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iguales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los miembros tienen la misma necesidad energética.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62200"/>
            <a:ext cx="457200" cy="457200"/>
          </a:xfrm>
          <a:prstGeom prst="ellipse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362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31648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diferencias individuales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ignoran edad, sexo, estado fisiológico y actividad.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4899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489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444240"/>
            <a:ext cx="74066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Reparto equitativo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alimentos se distribuyen por igual dentro del hogar.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09 · Estandarización del consumo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qué varían los requerimientos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1732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Necesidades cambiantes en la infancia y la adolescencia.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663440" y="118872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92040" y="141732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532120" y="138988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promedio, mayores en hombres que en mujeres.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081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física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sedentaria hasta trabajo físico intenso.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3931920" cy="146304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3108960"/>
            <a:ext cx="457200" cy="457200"/>
          </a:xfrm>
          <a:prstGeom prst="ellipse">
            <a:avLst/>
          </a:prstGeom>
          <a:solidFill>
            <a:srgbClr val="D9A21B"/>
          </a:solidFill>
          <a:ln w="12700">
            <a:solidFill>
              <a:srgbClr val="D9A21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532120" y="3081528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3C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fisiológico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embarazo y la lactancia aumentan el requerimiento.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09 · Estandarización del consumo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Métodos de ajuste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cápita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el consumo del hogar entre sus miembros. Sencillo, con sesgos importantes.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76600" y="1234440"/>
            <a:ext cx="2590800" cy="3108960"/>
          </a:xfrm>
          <a:prstGeom prst="rect">
            <a:avLst/>
          </a:prstGeom>
          <a:solidFill>
            <a:srgbClr val="EEF4F5"/>
          </a:solidFill>
          <a:ln w="12700">
            <a:solidFill>
              <a:srgbClr val="EEF4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052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 promedio ponderado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5052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 por la estructura de edad y sexo de la población.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96000" y="1234440"/>
            <a:ext cx="2590800" cy="310896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24600" y="1417320"/>
            <a:ext cx="213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Unidades equivalentes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324600" y="2423160"/>
            <a:ext cx="2133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Expresa a cada miembro como fracción de un adulto de referencia (EMA).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09 · Estandarización del consumo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3C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 empírica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023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encuesta de presupuestos familiares de Brasil 2002–2003, la disponibilidad calórica por adulto equivalente superó a la estimación per cápita, con mayores diferencias en hogares rurales y de bajos ingresos.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846320" y="1234440"/>
            <a:ext cx="3840480" cy="3017520"/>
          </a:xfrm>
          <a:prstGeom prst="rect">
            <a:avLst/>
          </a:prstGeom>
          <a:solidFill>
            <a:srgbClr val="0B3C49"/>
          </a:solidFill>
          <a:ln w="12700">
            <a:solidFill>
              <a:srgbClr val="0B3C4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120640" y="14173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A2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428 kcal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5120640" y="2651760"/>
            <a:ext cx="3291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diferencia diaria en hogares con adultos mayores (Claro et al., 2010).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09 · Estandarización del consumo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3C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Claro RM, Levy RB, Bandoni DH, Mondini L. Per capita versus adult-equivalent estimates of calorie availability in household budget surveys. Cad Saude Publica. 2010;26(11):2188-95.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Weisell R, Dop MC. The adult male equivalent concept and its application to HCES. Food Nutr Bull. 2012;33(3 Suppl):S157-62.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FAO, OMS, UNU. Human energy requirements. FAO Food and Nutrition Technical Report Series 1. Roma: FAO; 2004.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DCE7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Fiedler JL, Lividini K, Bermudez OI, Smitz MF. Household Consumption and Expenditures Surveys (HCES): a primer for food and nutrition analysts in low- and middle-income countries. Food Nutr Bull. 2012;33(3 Suppl):S170-84.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2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Siguiente: Módulo 10 · Preparación e integración de los datos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Estandarización del consumo: más allá del per cápita</dc:title>
  <dc:subject>PptxGenJS Presentation</dc:subject>
  <dc:creator>PptxGenJS</dc:creator>
  <cp:lastModifiedBy>PptxGenJS</cp:lastModifiedBy>
  <cp:revision>1</cp:revision>
  <dcterms:created xsi:type="dcterms:W3CDTF">2026-09-27T02:45:42Z</dcterms:created>
  <dcterms:modified xsi:type="dcterms:W3CDTF">2026-09-27T02:45:42Z</dcterms:modified>
</cp:coreProperties>
</file>