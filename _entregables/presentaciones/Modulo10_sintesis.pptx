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UNIDAD 1.3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e integración de los datos para el modelado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el consumo de la encuesta con los balances alimentarios.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ajuste del consumo por equivalente de mujer adulta.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la base de datos integrada para el modelado.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Preparación de los datos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de hogares y balance alimentario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de hogares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los hogares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Representativa por dominio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los indicadores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alimentario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nacional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Producción, comercio, pérdidas y otros usos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coherencia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diferencia grande entre ambas en un alimento clave exige revisar unidades, conversiones o cobertura del módulo.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Preparación de los datos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por equivalente de mujer adulta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por EMA  =  consumo del hogar  /  Σ factores EMA de sus miembros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mujer de 18 a 29 años, con factor 1.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hogares de distinto tamaño y composición.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cálculo de los factores se desarrolla en el módulo 11.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Preparación de los datos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la base integrada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por hogar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estandarizadas a gramos por día.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02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3454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hogar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sexo de cada miembro para calcular los EMA.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alimentos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vinculada a cada alimento de la encuesta.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2618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muestral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Estratos, unidades primarias y factor de expansión.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Preparación de los datos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Pasos de preparación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y unificar los registros de consumo.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a unidades estándar y aplicar la porción comestible.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con la tabla de composición.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por EMA y verificar la coherencia de los resultados.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· Preparación de los datos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HCES.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Moltedo A, Troubat N, Lokshin M, Sajaia Z. Analyzing food security using household survey data: streamlined analysis with ADePT software. Washington, DC: World Bank; 2014.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 Food balance sheets: a handbook. Roma: FAO; 2001.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11 · El equivalente de mujer adulta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Preparación e integración de los datos para el modelado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