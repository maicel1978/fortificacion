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 · UNIDAD 1.4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método del equivalente de mujer adulta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el consumo per cápita no permite comparar hogares de distinta composición.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equivalente de cada miembro a partir de su requerimiento energético.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supuesto de reparto proporcional y sus límites.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 · Equivalente de mujer adulta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per cápita a equivalente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el consumo del hogar entre sus miembros trata igual a un lactante y a un adulto.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equivalente expresa cada miembro en relación con un adulto de referencia.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hogares de distinta composición demográfica.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 · Equivalente de mujer adulta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Weisell R, Dop MC. The adult male equivalent concept and its application to Household Consumption and Expenditures Surveys (HCES). Food Nutr Bull. 2012;33(3 Suppl):S157-62.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FAO/WHO/UNU. Human energy requirements. Report of a Joint FAO/WHO/UNU Expert Consultation. Roma: FAO; 2004.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12 · Refinamientos del ajuste por EMA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mujer adulta de referencia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 de 18 a 30 años, 55 kg, actividad moderada: 2.291 kcal al día equivalen a 1 EMA.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 de una persona = su requerimiento energético / 2.291 kcal.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del hogar = suma de los EMA de sus miembros.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 · Equivalente de mujer adulta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 y límites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proporcional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supone que los alimentos se reparten según el requerimiento energético de cada miembro.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encuesta no observa el reparto dentro del hogar.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el reparto se aparta, el consumo por EMA sobrestima el de quien recibe menos.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 · Equivalente de mujer adulta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