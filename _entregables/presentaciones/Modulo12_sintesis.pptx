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12 · UNIDAD 1.4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Refinamientos del ajuste por equivalente de mujer adulta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el supuesto de proporcionalidad en que se basa el EMA y sus límites.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refinamientos posibles por ciclo vital y actividad física, y la información que requiere cada uno.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Valorar el efecto de los factores económicos y del desperdicio sobre el consumo aparente.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12 · Refinamientos del EMA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premisa del método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 de proporcionalidad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consumo de cada miembro del hogar es proporcional a su requerimiento energético.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una simplificación necesaria; conocer sus límites permite interpretar los resultados con cautela.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refinamientos solo son aplicables si la encuesta registra la información que requieren.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12 · Refinamientos del EMA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Refinamientos demográficos y de ciclo vital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8988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críticas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granularidad en edades con requerimientos cambiantes.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38988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física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factor 1 supone actividad moderada; no es un denominador universal.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08152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Lactancia materna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 vez se cuantifica en las encuestas; los lactantes requieren tratamiento específico.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310896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308152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Embarazo y lactancia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identificar a esas mujeres en el módulo demográfico.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12 · Refinamientos del EMA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que modulan el consumo aparente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Económicos y culturales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de ingreso modifica el patrón de compra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preferencias alteran la distribución dentro del hogar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Desperdicio y pérdidas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del hogar no equivale a ingesta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desperdicio no se registra y sobreestima la ingesta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factores se declaran como limitaciones cuando no pueden medirse.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12 · Refinamientos del EMA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del consumo por 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alimentaria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el consumo por EMA con los requerimientos para valorar la suficiencia del hogar.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766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052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5052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con variables económicas y geográficas para localizar grupos en riesgo.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000" y="1234440"/>
            <a:ext cx="2590800" cy="310896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46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Fortificación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246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estimar cobertura, consumo e ingesta aparente de micronutrientes.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12 · Refinamientos del EMA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 RM, Levy RB, Bandoni DH, Mondini L. Per capita versus adult-equivalent estimates of calorie availability in household budget surveys. Cad Saude Publica. 2010;26(11):2188-95.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Weisell R, Dop MC. The adult male equivalent concept and its application to HCES. Food Nutr Bull. 2012;33(3 Suppl):S157-62.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Fiedler JL, Lividini K, Bermudez OI, Smitz MF. Household Consumption and Expenditures Surveys (HCES): a primer for food and nutrition analysts in low- and middle-income countries. Food Nutr Bull. 2012;33(3 Suppl):S170-84.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FAO, OMS, UNU. Human energy requirements. FAO Food and Nutrition Technical Report Series 1. Roma: FAO; 2004.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13 · Consumo de vehículos de fortificación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Refinamientos del ajuste por equivalente de mujer adulta</dc:title>
  <dc:subject>PptxGenJS Presentation</dc:subject>
  <dc:creator>PptxGenJS</dc:creator>
  <cp:lastModifiedBy>PptxGenJS</cp:lastModifiedBy>
  <cp:revision>1</cp:revision>
  <dcterms:created xsi:type="dcterms:W3CDTF">2026-09-27T02:50:54Z</dcterms:created>
  <dcterms:modified xsi:type="dcterms:W3CDTF">2026-09-27T02:50:54Z</dcterms:modified>
</cp:coreProperties>
</file>