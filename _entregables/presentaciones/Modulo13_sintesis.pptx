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13 · UNIDAD 4.2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de vehículos de fortificación con encuestas de gasto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cobertura de un vehículo como proporción de hogares que lo adquieren.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cobertura de cantidad consumida.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Estratificar la cobertura por dominio con el diseño muestral.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13 · Cobertura de vehículos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mide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hogares que adquirieron cualquier cantidad del vehículo en el período de registro.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 el alcance potencial de un programa sobre ese alimento.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estima ponderada, con el diseño muestral de la encuesta.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13 · Cobertura de vehículos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Lividini K, Bermudez OI, Smitz MF. Household Consumption and Expenditures Surveys (HCES): a primer for food and nutrition analysts. Food Nutr Bull. 2012;33(3 Suppl):S170-84.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de la República Dominicana. Encuesta Nacional de Gastos e Ingresos de los Hogares 2018: principales resultados y síntesis metodológica. Santo Domingo; 2020.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14 · Marco metodológico integrado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no es consumo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condiciones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vehículo útil debe alcanzar a muchos hogares y consumirse en cantidad suficiente.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cantidad se expresa en gramos por EMA y día entre los hogares que lo adquieren.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ENGIH 2018, trigo y arroz tienen cobertura alta; solo el arroz se consume en cantidad alta.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13 · Cobertura de vehículos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Desagregación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no llega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Región, zona y quintil son dominios de estimación de la ENGIH 2018.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provincia no lo es: se publica con marca de precisión.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cobertura de un conjunto de vehículos no se deduce de las coberturas individuales.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13 · Cobertura de vehículos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