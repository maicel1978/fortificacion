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 · UNIDAD 2.1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metodológico para el modelado de la fortificación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los cuatro pasos del modelado de dietas para la fortificación.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la línea de base de los escenarios de fortificación.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los métodos de evaluación de la adecuación con la elección del nivel de fortificación.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 · Marco metodológico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pasos articulados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la ingesta actual de micronutrientes.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adecuación con el punto de corte del EAR o el enfoque probabilístico.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nivel factible de fortificación según las guías OMS/FAO.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escenarios y comparar su efecto sobre la adecuación y el exceso.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 · Marco metodológico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base y escenarios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Dieta habitual sin fortificación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base de la ingesta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para medir el efecto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Dieta con alimentos fortificados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Fortificación vigente o escenarios nuevos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con la línea de 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 · Marco metodológico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evaluación de la adecuación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corte del EAR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 para la mayoría de los micronutrientes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distribución de requerimientos simétrica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probabilístico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cuando los requerimientos son asimétricos, como el hierro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ponderar riesgo de insuficiencia y de exceso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 · Marco metodológico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 de elección del nivel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Reducir P(ingesta &lt; EAR) en los grupos de riesgo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aumentar P(ingesta &gt; UL) en los grandes consumidores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EAR define la meta en los grupos con mayor riesgo de insuficiencia.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UL, evaluado en los mayores consumidores del vehículo, fija el límite de inocuidad.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14 · Marco metodológico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 in low- and middle-income countries. Food Nutr Bull. 2012;33(3 Suppl):S170-84.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Beal T, Massiot E, Arsenault JE, Smith MR, Hijmans RJ. Global trends in dietary micronutrient supplies and estimated prevalence of inadequate intakes. PLoS One. 2017;12(4):e0175554.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Dwyer JT, Wiemer KL, Dary O, et al. Fortification and health: challenges and opportunities. Adv Nutr. 2015;6(1):124-31.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 K, Adams KP, Ferguson EL, et al. Systematic review of metrics used to characterise dietary nutrient supply from household consumption and expenditure surveys. Public Health Nutr. 2022;25(5):1153-65.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15 · Nivel factible de fortificación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metodológico para el modelado de la fortificación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