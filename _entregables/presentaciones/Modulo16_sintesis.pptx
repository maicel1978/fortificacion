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16 · UNIDAD 2.1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Cálculo del nivel de fortificación: procedimiento paso a paso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e-learning sobre cobertura, consumo y contribución de alimentos fortificados y fortificables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aprendizaje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23444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la información de partida y la notación del cálculo.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28600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el nivel necesario para la meta y el nivel máximo por inocuidad.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33756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un escenario con sus dos resultados: insuficiencia y exceso.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16 · Cálculo del nivel de fortificación 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Notación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188720"/>
            <a:ext cx="74066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I₀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Ingesta habitual sin la fortificación evaluada (mg/día).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8026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0802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034540"/>
            <a:ext cx="74066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y c₉₅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del vehículo (kg/día) y su percentil 95.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457200" cy="457200"/>
          </a:xfrm>
          <a:prstGeom prst="ellipse">
            <a:avLst/>
          </a:prstGeom>
          <a:solidFill>
            <a:srgbClr val="D9A21B"/>
          </a:solidFill>
          <a:ln w="12700">
            <a:solidFill>
              <a:srgbClr val="D9A2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880360"/>
            <a:ext cx="74066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de fortificación (mg por kg de vehículo).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77190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7719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726180"/>
            <a:ext cx="74066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= I₀ + FL × c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Ingesta con fortificación.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16 · Cálculo del nivel de fortificación 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Nivel necesario para la meta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8229600" cy="1188720"/>
          </a:xfrm>
          <a:prstGeom prst="rect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 I₀ + FL × c  &lt;  EAR )  ≤  meta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simula la ingesta con distintos FL sobre la distribución completa del consumo.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nivel necesario es el menor FL que cumple la meta en el grupo de riesgo.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consumo promedio oculta a quienes consumen poco del vehículo.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16 · Cálculo del nivel de fortificación 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Nivel máximo por inocuidad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8229600" cy="1188720"/>
          </a:xfrm>
          <a:prstGeom prst="rect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FL_inocuidad  =  ( UL  −  I₀ )  /  c₉₅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despeja de la condición I₀ + FL × c₉₅ ≤ UL para los grandes consumidores.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verifica en cada grupo de edad; el más restrictivo fija el límite.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I₀ se toma un valor alto de la distribución, de modo que el cálculo sea conservador.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16 · Cálculo del nivel de fortificación 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Nivel factible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8229600" cy="1188720"/>
          </a:xfrm>
          <a:prstGeom prst="rect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FFL  =  mín( FL_inocuidad ,  FL_tecnológico ,  FL_costo )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FFL es menor que el nivel necesario, se documenta la brecha.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ajuste por biodisponibilidad solo procede si el compuesto difiere del supuesto en el EAR.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16 · Cálculo del nivel de fortificación 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Evaluación del escenario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283464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25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reporta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7452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Prevalencia de ingesta inferior al EAR en los grupos de riesgo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Proporción que supera el UL, en todos los grupos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3931920" cy="2834640"/>
          </a:xfrm>
          <a:prstGeom prst="rect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3258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A2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encuestas de hogares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87452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Ingesta y consumo aparentes, por EMA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del vehículo como condicionante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adaptado a cada encuesta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aplicación con datos de la ENGIH 2018 se desarrolla en la unidad de aplicación.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16 · Cálculo del nivel de fortificación 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Referencias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8046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DC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Allen L, de Benoist B, Dary O, Hurrell R, editores. Guidelines on food fortification with micronutrients. Ginebra: OMS; FAO; 2006.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DC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Dary O. Establishing safe and potentially efficacious fortification contents for folic acid and vitamin B12. Food Nutr Bull. 2008;29(2 Suppl). doi:10.1177/15648265080292S126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DC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 of Medicine. Dietary Reference Intakes: applications in dietary assessment. Washington, DC: National Academy Press; 2000. doi:10.17226/9956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Siguiente: Módulo 17 · Construcción de escenarios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Cálculo del nivel de fortificación: procedimiento paso a paso</dc:title>
  <dc:subject>PptxGenJS Presentation</dc:subject>
  <dc:creator>PptxGenJS</dc:creator>
  <cp:lastModifiedBy>PptxGenJS</cp:lastModifiedBy>
  <cp:revision>1</cp:revision>
  <dcterms:created xsi:type="dcterms:W3CDTF">2026-09-27T02:58:40Z</dcterms:created>
  <dcterms:modified xsi:type="dcterms:W3CDTF">2026-09-27T02:58:40Z</dcterms:modified>
</cp:coreProperties>
</file>