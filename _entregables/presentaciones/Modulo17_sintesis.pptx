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17 · UNIDAD 2.1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 escenarios de fortificación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escenarios de fortificación a partir de metas nutricionales y datos de consumo.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límites de inocuidad, tecnológico y de costo.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los escenarios para apoyar la decisión.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17 · Escenarios de fortificación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 un escenario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metas nutricionales y los grupos de riesgo.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datos de ingesta habitual y consumo del vehículo.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la ingesta con distintos niveles de adición.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el EAR y el UL y aplicar los límites.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17 · Escenarios de fortificación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límites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Inocuidad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ingesta proyectada de los mayores consumidores no debe superar el UL.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Tecnológico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adición sin cambios adversos de color, sabor, olor o textura.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precio aceptable para productores y consumidores.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17 · Escenarios de fortificación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factible de fortificación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decisión (OMS/FAO)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el nivel máximo admisible bajo cada límite.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nivel factible es el menor de los tres límites: inocuidad, tecnológico y costo.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ese nivel no alcanza la meta nutricional, se consideran otros vehículos o intervenciones complementarias.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17 · Escenarios de fortificación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 o varios vehículos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vehículo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simple de regular y vigilar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no alcanzar a todos los grupos de riesgo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Varios vehículos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alcance entre grupos con dietas distintas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controlar la ingesta acumulada frente al UL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17 · Escenarios de fortificación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Dwyer JT, Wiemer KL, Dary O, et al. Fortification and health: challenges and opportunities. Adv Nutr. 2015;6(1):124-31.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Smitz MF, Dupriez O, Friedman J. Household income and expenditure surveys: a tool for accelerating the development of evidence-based fortification programs. Food Nutr Bull. 2008;29(4):319-32.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18 · Aplicación con la ENGIH 2018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Construcción de escenarios de fortificación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