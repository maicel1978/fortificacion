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3" r:id="rId14"/>
    <p:sldId id="264" r:id="rId15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A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24 · UNIDAD 4.1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Consumo aparente por equivalente de mujer adulta con la ENGIH 2018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e-learning sobre cobertura, consumo y contribución de alimentos fortificados y fortificables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de aprendizaje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457200" cy="457200"/>
          </a:xfrm>
          <a:prstGeom prst="ellipse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23444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 el EMA de cada hogar a partir del requerimiento energético.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457200" cy="457200"/>
          </a:xfrm>
          <a:prstGeom prst="ellipse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54864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228600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Convertir cantidades declaradas a gramos comestibles con tablas de factores reales.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3337560"/>
            <a:ext cx="457200" cy="457200"/>
          </a:xfrm>
          <a:prstGeom prst="ellipse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54864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33756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 los registros sin factor antes de agregar.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24 · Consumo aparente  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fórmula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3291840"/>
          </a:xfrm>
          <a:prstGeom prst="rect">
            <a:avLst/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731520" y="1417320"/>
            <a:ext cx="34290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Consumo diario por EMA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Cantidad × factor de conversión × porción comestible, dividido entre días registrados y EMA del hogar.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754880" y="1280160"/>
            <a:ext cx="3931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período es el número de días con registro de cada hogar: mediana 7.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356616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factores proceden de tablas construidas para la encuesta.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24 · Consumo aparente   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Referencias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8046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DC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Weisell R, Dop MC. The adult male equivalent concept and its application to Household Consumption and Expenditures Surveys (HCES). Food Nutr Bull. 2012;33(3 Suppl):S157-62.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DC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FAO/WHO/UNU. Human energy requirements. Report of a Joint FAO/WHO/UNU Expert Consultation. Roma: FAO; 2004.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DC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Central de la República Dominicana. Encuesta Nacional de Gastos e Ingresos de los Hogares 2018: principales resultados y síntesis metodológica. Santo Domingo; 2020.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A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Siguiente: Módulo 25 · Herramientas de R I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 tablas de factores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3291840"/>
          </a:xfrm>
          <a:prstGeom prst="rect">
            <a:avLst/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731520" y="1417320"/>
            <a:ext cx="34290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Conversión a gramos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tabla universal para unidades físicas exactas y otra específica por alimento para fundas, latas o sobres.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754880" y="1280160"/>
            <a:ext cx="3931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universal tiene prioridad.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356616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clave duplicada multiplica filas sin dar error: se comprueba antes de unir.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24 · Consumo aparente   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Ausente no es cero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3291840"/>
          </a:xfrm>
          <a:prstGeom prst="rect">
            <a:avLst/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731520" y="1417320"/>
            <a:ext cx="34290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calidad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Sección 3A, el 82,4% de los registros tiene factor y porción comestible.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754880" y="1280160"/>
            <a:ext cx="3931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no empata queda ausente y se reporta.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356616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Sustituirlo por cero bajaría la estimación sin dejar rastro.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24 · Consumo aparente   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Refinamientos del ajuste por equivalente de mujer adulta</dc:title>
  <dc:subject>PptxGenJS Presentation</dc:subject>
  <dc:creator>PptxGenJS</dc:creator>
  <cp:lastModifiedBy>PptxGenJS</cp:lastModifiedBy>
  <cp:revision>1</cp:revision>
  <dcterms:created xsi:type="dcterms:W3CDTF">2026-09-27T02:50:54Z</dcterms:created>
  <dcterms:modified xsi:type="dcterms:W3CDTF">2026-09-27T02:50:54Z</dcterms:modified>
</cp:coreProperties>
</file>