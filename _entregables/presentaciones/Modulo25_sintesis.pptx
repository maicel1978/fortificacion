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3" r:id="rId14"/>
    <p:sldId id="264" r:id="rId15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C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0972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9A2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25 · UNIDAD 3.1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554480"/>
            <a:ext cx="7863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Herramientas de R I: importación, limpieza y análisis preliminar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20040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D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Módulos e-learning sobre cobertura, consumo y contribución de alimentos fortificados y fortificables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Objetivos de aprendizaje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457200" cy="457200"/>
          </a:xfrm>
          <a:prstGeom prst="ellipse">
            <a:avLst/>
          </a:prstGeom>
          <a:solidFill>
            <a:srgbClr val="0B3C49"/>
          </a:solidFill>
          <a:ln w="12700">
            <a:solidFill>
              <a:srgbClr val="0B3C49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 txBox="1"/>
          <p:nvPr/>
        </p:nvSpPr>
        <p:spPr>
          <a:xfrm>
            <a:off x="548640" y="1234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234440" y="1234440"/>
            <a:ext cx="7223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Importar hojas de Excel de una encuesta controlando el tipo de cada columna.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548640" y="2286000"/>
            <a:ext cx="457200" cy="457200"/>
          </a:xfrm>
          <a:prstGeom prst="ellipse">
            <a:avLst/>
          </a:prstGeom>
          <a:solidFill>
            <a:srgbClr val="0B3C49"/>
          </a:solidFill>
          <a:ln w="12700">
            <a:solidFill>
              <a:srgbClr val="0B3C49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 txBox="1"/>
          <p:nvPr/>
        </p:nvSpPr>
        <p:spPr>
          <a:xfrm>
            <a:off x="548640" y="2286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2286000"/>
            <a:ext cx="7223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Construir una clave de hogar única y comprobar que una unión no multiplica filas.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548640" y="3337560"/>
            <a:ext cx="457200" cy="457200"/>
          </a:xfrm>
          <a:prstGeom prst="ellipse">
            <a:avLst/>
          </a:prstGeom>
          <a:solidFill>
            <a:srgbClr val="0B3C49"/>
          </a:solidFill>
          <a:ln w="12700">
            <a:solidFill>
              <a:srgbClr val="0B3C49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 txBox="1"/>
          <p:nvPr/>
        </p:nvSpPr>
        <p:spPr>
          <a:xfrm>
            <a:off x="548640" y="3337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234440" y="3337560"/>
            <a:ext cx="7223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Distinguir un valor ausente de un cero.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25 · Herramientas de R I   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Importar con control de tipos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3931920" cy="3291840"/>
          </a:xfrm>
          <a:prstGeom prst="rect">
            <a:avLst/>
          </a:prstGeom>
          <a:solidFill>
            <a:srgbClr val="EEF4F5"/>
          </a:solidFill>
          <a:ln w="12700">
            <a:solidFill>
              <a:srgbClr val="EEF4F5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 txBox="1"/>
          <p:nvPr/>
        </p:nvSpPr>
        <p:spPr>
          <a:xfrm>
            <a:off x="731520" y="1417320"/>
            <a:ext cx="342900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código no es una cantidad</a:t>
            </a:r>
            <a:endParaRPr lang="en-US" sz="1400" dirty="0"/>
          </a:p>
          <a:p>
            <a:pPr indent="0" marL="0">
              <a:buNone/>
            </a:pPr>
            <a:r>
              <a:rPr lang="en-US" sz="15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columnas de identificación se leen como texto y se normalizan los nombres.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4754880" y="1280160"/>
            <a:ext cx="39319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Evita perder ceros a la izquierda o descartar columnas casi vacías.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4754880" y="3566160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curso propio de R cubre la base general del lenguaje.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25 · Herramientas de R I   3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3C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Referencias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34440"/>
            <a:ext cx="8046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DC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Monzón ME. Análisis de datos en fortificación de alimentos a gran escala con R. bioestadisticaedu.com/teaching/r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DC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Wickham H, Çetinkaya-Rundel M, Grolemund G. R for Data Science. 2.ª ed. O'Reilly; 2023.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A2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Siguiente: Módulo 26 · Visualización con ggplot2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Claves de unión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3931920" cy="3291840"/>
          </a:xfrm>
          <a:prstGeom prst="rect">
            <a:avLst/>
          </a:prstGeom>
          <a:solidFill>
            <a:srgbClr val="EEF4F5"/>
          </a:solidFill>
          <a:ln w="12700">
            <a:solidFill>
              <a:srgbClr val="EEF4F5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 txBox="1"/>
          <p:nvPr/>
        </p:nvSpPr>
        <p:spPr>
          <a:xfrm>
            <a:off x="731520" y="1417320"/>
            <a:ext cx="342900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Vivienda y hogar</a:t>
            </a:r>
            <a:endParaRPr lang="en-US" sz="1400" dirty="0"/>
          </a:p>
          <a:p>
            <a:pPr indent="0" marL="0">
              <a:buNone/>
            </a:pPr>
            <a:r>
              <a:rPr lang="en-US" sz="15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la ENGIH el número de hogar se repite entre viviendas: la clave combina ambos.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4754880" y="1280160"/>
            <a:ext cx="39319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 comprueba el número de filas antes y después de cada unión.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4754880" y="3566160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Esa guarda detectó una duplicación de 17.698 filas en el análisis.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25 · Herramientas de R I   4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Diagnóstico antes de calcular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3931920" cy="3291840"/>
          </a:xfrm>
          <a:prstGeom prst="rect">
            <a:avLst/>
          </a:prstGeom>
          <a:solidFill>
            <a:srgbClr val="EEF4F5"/>
          </a:solidFill>
          <a:ln w="12700">
            <a:solidFill>
              <a:srgbClr val="EEF4F5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 txBox="1"/>
          <p:nvPr/>
        </p:nvSpPr>
        <p:spPr>
          <a:xfrm>
            <a:off x="731520" y="1417320"/>
            <a:ext cx="342900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 vacía</a:t>
            </a:r>
            <a:endParaRPr lang="en-US" sz="1400" dirty="0"/>
          </a:p>
          <a:p>
            <a:pPr indent="0" marL="0">
              <a:buNone/>
            </a:pPr>
            <a:r>
              <a:rPr lang="en-US" sz="15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64,3% de los registros de la Sección 3A no tiene unidad de presentación.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4754880" y="1280160"/>
            <a:ext cx="39319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es un dato faltante: el hogar declaró en la unidad base.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4754880" y="3566160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Leerlo como ausente eliminaría dos tercios de la información.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25 · Herramientas de R I   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Refinamientos del ajuste por equivalente de mujer adulta</dc:title>
  <dc:subject>PptxGenJS Presentation</dc:subject>
  <dc:creator>PptxGenJS</dc:creator>
  <cp:lastModifiedBy>PptxGenJS</cp:lastModifiedBy>
  <cp:revision>1</cp:revision>
  <dcterms:created xsi:type="dcterms:W3CDTF">2026-09-27T02:50:54Z</dcterms:created>
  <dcterms:modified xsi:type="dcterms:W3CDTF">2026-09-27T02:50:54Z</dcterms:modified>
</cp:coreProperties>
</file>