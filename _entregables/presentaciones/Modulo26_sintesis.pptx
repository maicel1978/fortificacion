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14"/>
    <p:sldId id="264" r:id="rId15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26 · UNIDAD 3.2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R II: visualización con ggplot2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figura de distribución con escala logarítmica.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estimaciones ponderadas con su intervalo de confianza.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Declarar en la figura la magnitud, la unidad y el denominador.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26 · Visualización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del consumo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consumo aparente tiene una cola larga a la derecha.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escala logarítmica muestra las dos colas.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colas son lo que se revisa antes de estimar.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26 · Visualización  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Wickham H. ggplot2: Elegant Graphics for Data Analysis. 2.ª ed. Springer; 2016.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Wilke CO. Fundamentals of Data Visualization. O'Reilly; 2019.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27 · Análisis de encuestas con srvyr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Estimación con intervalo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geom_pointrange()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proporción de una encuesta compleja se presenta con su intervalo.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Ordenar las categorías por el valor estimado facilita la lectura.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pie declara fuente, ponderación y hogares incluidos.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26 · Visualización  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 declaración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918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429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Ejes y pies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 dice «g por EMA y día», no «consumo».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celda sin precisión suficiente no se pinta como si tuviera valor.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3566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figuras dependen solo de los nombres de columna de las tablas agregadas.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26 · Visualización  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Refinamientos del ajuste por equivalente de mujer adulta</dc:title>
  <dc:subject>PptxGenJS Presentation</dc:subject>
  <dc:creator>PptxGenJS</dc:creator>
  <cp:lastModifiedBy>PptxGenJS</cp:lastModifiedBy>
  <cp:revision>1</cp:revision>
  <dcterms:created xsi:type="dcterms:W3CDTF">2026-09-27T02:50:54Z</dcterms:created>
  <dcterms:modified xsi:type="dcterms:W3CDTF">2026-09-27T02:50:54Z</dcterms:modified>
</cp:coreProperties>
</file>