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14"/>
    <p:sldId id="264" r:id="rId15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28 · UNIDAD 3.4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R IV: mapas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y proyectar la geometría provincial oficial.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resultados y geometría por identificador.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un coroplético que no pinte celdas sin precisión.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28 · Mapas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Geometría y proyección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oficial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del geoportal del IDERD y la División Territorial 2021 de la ONE, vía el paquete sfDR.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proyecta a UTM zona 19 N (EPSG:32619).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dibuja en grados.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28 · Mapas  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Pebesma E, Bivand R. Spatial Data Science: With Applications in R. Chapman and Hall/CRC; 2023.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Nacional de Estadística. División Territorial 2021. Santo Domingo; 2021.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29 · La ENGIH 2018 como base de datos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 por identificador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 nombre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«BAHORUCO» frente a «Baoruco»; «SALCEDO», nombre anterior de «Hermanas Mirabal».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 por texto deja provincias sin valor y sin error.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une por el número de la División Territorial y se comprueban las 32.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28 · Mapas  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Precisión declarada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Provincias en gris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celda sin precisión suficiente se deja sin color y la leyenda lo declara.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Pintarla invitaría a una afirmación que la muestra no sostiene.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provincia no es dominio de estimación de la encuesta.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28 · Mapas  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Refinamientos del ajuste por equivalente de mujer adulta</dc:title>
  <dc:subject>PptxGenJS Presentation</dc:subject>
  <dc:creator>PptxGenJS</dc:creator>
  <cp:lastModifiedBy>PptxGenJS</cp:lastModifiedBy>
  <cp:revision>1</cp:revision>
  <dcterms:created xsi:type="dcterms:W3CDTF">2026-09-27T02:50:54Z</dcterms:created>
  <dcterms:modified xsi:type="dcterms:W3CDTF">2026-09-27T02:50:54Z</dcterms:modified>
</cp:coreProperties>
</file>