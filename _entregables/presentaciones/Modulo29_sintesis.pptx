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14"/>
    <p:sldId id="264" r:id="rId15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29 · UNIDAD 4.0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ENGIH 2018 como base de datos del caso de aplicación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las secciones de la ENGIH que registran alimentos.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la unidad de análisis y el diseño muestral.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Enumerar las limitaciones para estimar ingesta.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29 · La ENGIH 2018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Secciones utilizadas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fuentes de alimentos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2: existencias, 47.837 registros en 6.269 hogares. Sección 3A: adquisiciones, 342.046 registros en 8.731 hogares.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alimento almacenado puede figurar en las dos.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evita el doble conteo con una regla de agotamiento.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29 · La ENGIH 2018  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 de la República Dominicana. Encuesta Nacional de Gastos e Ingresos de los Hogares 2018: principales resultados y síntesis metodológica. Santo Domingo; 2020.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Weisell R, Dop MC. The adult male equivalent concept and its application to Household Consumption and Expenditures Surveys (HCES). Food Nutr Bull. 2012;33(3 Suppl):S157-62.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30 · Síntesis de aprendizajes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y registro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compleja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estratificada por conglomerados con factor de expansión por hogar.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diario cubre hasta ocho días; mediana 7 por hogar.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68,7% de los registros está en unidades no estándar.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29 · La ENGIH 2018  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permite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mide ingesta individual, consumo fuera del hogar ni ingesta habitual.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sal se registra por frecuencia: no hay estimación de yodo.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observa si el producto adquirido estaba fortificado.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29 · La ENGIH 2018  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Refinamientos del ajuste por equivalente de mujer adulta</dc:title>
  <dc:subject>PptxGenJS Presentation</dc:subject>
  <dc:creator>PptxGenJS</dc:creator>
  <cp:lastModifiedBy>PptxGenJS</cp:lastModifiedBy>
  <cp:revision>1</cp:revision>
  <dcterms:created xsi:type="dcterms:W3CDTF">2026-09-27T02:50:54Z</dcterms:created>
  <dcterms:modified xsi:type="dcterms:W3CDTF">2026-09-27T02:50:54Z</dcterms:modified>
</cp:coreProperties>
</file>