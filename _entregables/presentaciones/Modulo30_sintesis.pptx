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30 · UNIDAD 5.1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de aprendizajes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en orden las etapas de la encuesta al escenario de fortificación.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decisión que más afecta al resultado en cada etapa.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qué responde este enfoque y qué no.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30 · Síntesis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encuesta al escenario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etapas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Preparación, gramos comestibles, consumo por EMA, ingesta aparente, riesgo, escenarios y estimación.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etapa tiene una decisión que pesa más que las demás.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es trasladable; el código requiere adaptación.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30 · Síntesis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 K, Adams KP, Ferguson EL, et al. Modeling food fortification contributions to micronutrient requirements in Malawi using HCES. Ann N Y Acad Sci. 2022;1508(1):105-22.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Weisell R, Dop MC. The adult male equivalent concept and its application to Household Consumption and Expenditures Surveys (HCES). Food Nutr Bull. 2012;33(3 Suppl):S157-62.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Medicine. Dietary Reference Intakes: applications in dietary assessment. Washington, D.C.: National Academies Press; 2000.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programa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que evitar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Silenciosos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emparejamiento incompleto no da error: baja la estimación.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línea base puede estar ya fortificada en la tabla de composición.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hierro no admite el punto de corte.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30 · Síntesis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y brecha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decisiones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nivel de un vehículo desigual eleva la media y conserva el gradiente.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vehículo de consumo transversal reduce el gradiente.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provincia no es dominio de estimación.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30 · Síntesis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